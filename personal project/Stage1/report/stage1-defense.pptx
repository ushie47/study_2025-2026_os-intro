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развёртывание личного сайта с помощью генератора статических сайтов Hugo и размещение его на GitHub Pages.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Установить необходимое программное обеспечение.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042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шаблон темы оформления сайта.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712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Разместить сайт на хостинге git.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4381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Задать параметр для URL сайта.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0050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Разместить шаблон сайта на GitHub Pages.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перехожу на страницу релизов Hugo на GitHub, чтобы скачать расширенную версию (extended).</a:t>
            </a:r>
            <a:endParaRPr lang="en-US" sz="1700" dirty="0"/>
          </a:p>
        </p:txBody>
      </p:sp>
      <p:pic>
        <p:nvPicPr>
          <p:cNvPr id="6" name="Image 0" descr="/home/claude/pptx_project/images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1241" y="2514600"/>
            <a:ext cx="364647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релизов Hugo на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проверяю, что установочный файл был успешно загружен в систему.</a:t>
            </a:r>
            <a:endParaRPr lang="en-US" sz="1700" dirty="0"/>
          </a:p>
        </p:txBody>
      </p:sp>
      <p:pic>
        <p:nvPicPr>
          <p:cNvPr id="6" name="Image 0" descr="/home/claude/pptx_project/images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74487"/>
            <a:ext cx="10908792" cy="2783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загруженного файла .deb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установки я проверяю версию Hugo, чтобы убедиться, что используется расширенная сборка.</a:t>
            </a:r>
            <a:endParaRPr lang="en-US" sz="1700" dirty="0"/>
          </a:p>
        </p:txBody>
      </p:sp>
      <p:pic>
        <p:nvPicPr>
          <p:cNvPr id="6" name="Image 0" descr="/home/claude/pptx_project/images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93913"/>
            <a:ext cx="10908792" cy="5446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версии Hugo после установки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новый проект Hugo и инициализирую в его папке Git-репозиторий.</a:t>
            </a:r>
            <a:endParaRPr lang="en-US" sz="1700" dirty="0"/>
          </a:p>
        </p:txBody>
      </p:sp>
      <p:pic>
        <p:nvPicPr>
          <p:cNvPr id="6" name="Image 0" descr="/home/claude/pptx_project/images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7043" y="2514600"/>
            <a:ext cx="7314867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проекта и инициализация Git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подключаю тему оформления hugo-coder как Git-подмодуль проекта.</a:t>
            </a:r>
            <a:endParaRPr lang="en-US" sz="1700" dirty="0"/>
          </a:p>
        </p:txBody>
      </p:sp>
      <p:pic>
        <p:nvPicPr>
          <p:cNvPr id="6" name="Image 0" descr="/home/claude/pptx_project/images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63385"/>
            <a:ext cx="10908792" cy="1605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темы оформления как подмодуля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проекта успешно создан и отображается на GitHub.</a:t>
            </a:r>
            <a:endParaRPr lang="en-US" sz="1700" dirty="0"/>
          </a:p>
        </p:txBody>
      </p:sp>
      <p:pic>
        <p:nvPicPr>
          <p:cNvPr id="6" name="Image 0" descr="/home/claude/pptx_project/images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5262" y="2514600"/>
            <a:ext cx="3958428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проекта на GitHub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связываю локальный репозиторий с удалённым и отправляю в него проект.</a:t>
            </a:r>
            <a:endParaRPr lang="en-US" sz="1700" dirty="0"/>
          </a:p>
        </p:txBody>
      </p:sp>
      <p:pic>
        <p:nvPicPr>
          <p:cNvPr id="6" name="Image 0" descr="/home/claude/pptx_project/images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94603"/>
            <a:ext cx="10908792" cy="21433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проекта на GitHub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настраиваю параметр baseURL в конфигурационном файле и отправляю изменения на GitHub.</a:t>
            </a:r>
            <a:endParaRPr lang="en-US" sz="1700" dirty="0"/>
          </a:p>
        </p:txBody>
      </p:sp>
      <p:pic>
        <p:nvPicPr>
          <p:cNvPr id="6" name="Image 0" descr="/home/claude/pptx_project/images/Screensho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476" y="2514600"/>
            <a:ext cx="1033800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параметра baseURL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включаю развёртывание сайта через GitHub Actions в настройках репозитория.</a:t>
            </a:r>
            <a:endParaRPr lang="en-US" sz="1700" dirty="0"/>
          </a:p>
        </p:txBody>
      </p:sp>
      <p:pic>
        <p:nvPicPr>
          <p:cNvPr id="6" name="Image 0" descr="/home/claude/pptx_project/images/Screenshot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542" y="2514600"/>
            <a:ext cx="8379867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9: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Настройки GitHub Pages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файл рабочего процесса, который автоматически собирает и публикует сайт при каждом push.</a:t>
            </a:r>
            <a:endParaRPr lang="en-US" sz="1700" dirty="0"/>
          </a:p>
        </p:txBody>
      </p:sp>
      <p:pic>
        <p:nvPicPr>
          <p:cNvPr id="6" name="Image 0" descr="/home/claude/pptx_project/images/Screenshot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847" y="2514600"/>
            <a:ext cx="8865259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10: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рабочего процесса для развёртывания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процесс GitHub Actions успешно завершается, и сайт разворачивается.</a:t>
            </a:r>
            <a:endParaRPr lang="en-US" sz="1700" dirty="0"/>
          </a:p>
        </p:txBody>
      </p:sp>
      <p:pic>
        <p:nvPicPr>
          <p:cNvPr id="6" name="Image 0" descr="/home/claude/pptx_project/images/Screenshot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50593"/>
            <a:ext cx="10908792" cy="32313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Успешное выполнение рабочего процесса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успешно опубликован и доступен по адресу https://ushie47.github.io/blog/.</a:t>
            </a:r>
            <a:endParaRPr lang="en-US" sz="1700" dirty="0"/>
          </a:p>
        </p:txBody>
      </p:sp>
      <p:pic>
        <p:nvPicPr>
          <p:cNvPr id="6" name="Image 0" descr="/home/claude/pptx_project/images/Screenshot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3521" y="2514600"/>
            <a:ext cx="360191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Опубликованный сайт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я установил Hugo, создал проект и подключил тему оформления как Git-подмодуль, разместил проект в репозитории на GitHub и настроил автоматическое развёртывание сайта на GitHub Pages с помощью GitHub Actions.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2026-08-13T11:51:37Z</dcterms:created>
  <dcterms:modified xsi:type="dcterms:W3CDTF">2026-08-13T11:51:37Z</dcterms:modified>
</cp:coreProperties>
</file>