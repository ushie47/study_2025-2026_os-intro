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Индивидуальный проект №1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Операционные системы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10515600" cy="0"/>
          </a:xfrm>
          <a:prstGeom prst="line">
            <a:avLst/>
          </a:prstGeom>
          <a:noFill/>
          <a:ln w="19050">
            <a:solidFill>
              <a:srgbClr val="C97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520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Michael Francis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Российский университет дружбы народов, Москва, Россия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Докладчик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Michael Francis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871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направления «Математика и компьютерные науки»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05409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05409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Российский университет дружбы народов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6210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62102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https://ushie47.github.io/blog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работы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Целью работы является наполнение личного сайта реальным содержимым: информацией о владельце сайта и записями блога.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373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данные о себе на сайт (фото, биография, интересы, образование).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4231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Сделать запись за прошедшую неделю.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31089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запись на выбранную тему (Git).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открываю файл параметров темы, чтобы включить профильный макет главной страницы.</a:t>
            </a:r>
            <a:endParaRPr lang="en-US" sz="1700" dirty="0"/>
          </a:p>
        </p:txBody>
      </p:sp>
      <p:pic>
        <p:nvPicPr>
          <p:cNvPr id="6" name="Image 0" descr="/home/claude/pptx_project/images_s2/Screensho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313" y="2514600"/>
            <a:ext cx="8048325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Включение профильного макета в файле params.toml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добавляю фотографию профиля в папку assets проекта.</a:t>
            </a:r>
            <a:endParaRPr lang="en-US" sz="1700" dirty="0"/>
          </a:p>
        </p:txBody>
      </p:sp>
      <p:pic>
        <p:nvPicPr>
          <p:cNvPr id="6" name="Image 0" descr="/home/claude/pptx_project/images_s2/Screensho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70949"/>
            <a:ext cx="10908792" cy="2790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2: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Фотография профиля в папке assets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заполняю данные автора — имя, заголовок и биографию — в файле языковой конфигурации.</a:t>
            </a:r>
            <a:endParaRPr lang="en-US" sz="1700" dirty="0"/>
          </a:p>
        </p:txBody>
      </p:sp>
      <p:pic>
        <p:nvPicPr>
          <p:cNvPr id="6" name="Image 0" descr="/home/claude/pptx_project/images_s2/Screensho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4236" y="2514600"/>
            <a:ext cx="5940479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3: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автора в файле языковой конфигурации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пересборки на локальном сервере отображается карточка профиля с фотографией и биографией.</a:t>
            </a:r>
            <a:endParaRPr lang="en-US" sz="1700" dirty="0"/>
          </a:p>
        </p:txBody>
      </p:sp>
      <p:pic>
        <p:nvPicPr>
          <p:cNvPr id="6" name="Image 0" descr="/home/claude/pptx_project/images_s2/Screensho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4172" y="2514600"/>
            <a:ext cx="5580609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4: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Локальный предпросмотр карточки профиля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создаю новую запись блога для итогов прошедшей недели.</a:t>
            </a:r>
            <a:endParaRPr lang="en-US" sz="1700" dirty="0"/>
          </a:p>
        </p:txBody>
      </p:sp>
      <p:pic>
        <p:nvPicPr>
          <p:cNvPr id="6" name="Image 0" descr="/home/claude/pptx_project/images_s2/Screenshot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26941"/>
            <a:ext cx="10908792" cy="8786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5: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записи блога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с итогами первой недели успешно опубликована на сайте.</a:t>
            </a:r>
            <a:endParaRPr lang="en-US" sz="1700" dirty="0"/>
          </a:p>
        </p:txBody>
      </p:sp>
      <p:pic>
        <p:nvPicPr>
          <p:cNvPr id="6" name="Image 0" descr="/home/claude/pptx_project/images_s2/Screenshot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6786" y="2514600"/>
            <a:ext cx="4055381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6: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Опубликованная запись «Итоги недели»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на тему системы контроля версий Git также опубликована на сайте.</a:t>
            </a:r>
            <a:endParaRPr lang="en-US" sz="1700" dirty="0"/>
          </a:p>
        </p:txBody>
      </p:sp>
      <p:pic>
        <p:nvPicPr>
          <p:cNvPr id="6" name="Image 0" descr="/home/claude/pptx_project/images_s2/Screenshot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6415" y="2514600"/>
            <a:ext cx="3956121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Опубликованная запись «Система контроля версий Git»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страница сайта теперь отображает карточку профиля и последние записи блога.</a:t>
            </a:r>
            <a:endParaRPr lang="en-US" sz="1700" dirty="0"/>
          </a:p>
        </p:txBody>
      </p:sp>
      <p:pic>
        <p:nvPicPr>
          <p:cNvPr id="6" name="Image 0" descr="/home/claude/pptx_project/images_s2/Screenshot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2078" y="2514600"/>
            <a:ext cx="3844795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8: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Итоговый вид главной страницы сайта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этой работе я наполнил личный сайт реальным содержимым: фотографией профиля, биографией, отображаемыми через профильный макет темы Congo, а также двумя записями блога — с итогами прошедшей недели и на тему системы контроля версий Git.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2026-08-13T11:54:53Z</dcterms:created>
  <dcterms:modified xsi:type="dcterms:W3CDTF">2026-08-13T11:54:53Z</dcterms:modified>
</cp:coreProperties>
</file>