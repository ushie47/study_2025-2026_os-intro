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Индивидуальный проект №1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системы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9050">
            <a:solidFill>
              <a:srgbClr val="C97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20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народов, Москва, Россия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Докладчик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направления «Математика и компьютерные науки»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6210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https://ushie47.github.io/blog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Целью работы является добавление на сайт информации о достижениях владельца сайта и продолжение публикации записей блога.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достижения на сайт (навыки, опыт, личные достижения).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4231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запись за прошедшую неделю.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108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запись на выбранную тему (Языки разметки. LaTeX).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создаю новую страницу содержимого для раздела «Достижения».</a:t>
            </a:r>
            <a:endParaRPr lang="en-US" sz="1700" dirty="0"/>
          </a:p>
        </p:txBody>
      </p:sp>
      <p:pic>
        <p:nvPicPr>
          <p:cNvPr id="6" name="Image 0" descr="/home/claude/pptx_project/images_s3/Screen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9579"/>
            <a:ext cx="10908792" cy="4933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страницы achievements.md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заполняется тремя разделами: навыки, опыт и личные достижения.</a:t>
            </a:r>
            <a:endParaRPr lang="en-US" sz="1700" dirty="0"/>
          </a:p>
        </p:txBody>
      </p:sp>
      <p:pic>
        <p:nvPicPr>
          <p:cNvPr id="6" name="Image 0" descr="/home/claude/pptx_project/images_s3/Screensh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995" y="2514600"/>
            <a:ext cx="897296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Содержимое файла achievements.md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добавить пункт меню, я проверяю список файлов конфигурации и нахожу, что меню хранится в файле menus.en.toml.</a:t>
            </a:r>
            <a:endParaRPr lang="en-US" sz="1700" dirty="0"/>
          </a:p>
        </p:txBody>
      </p:sp>
      <p:pic>
        <p:nvPicPr>
          <p:cNvPr id="6" name="Image 0" descr="/home/claude/pptx_project/images_s3/Screensho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47677"/>
            <a:ext cx="10908792" cy="8371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файлов в config/_default/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добавляю пункт «Achievements» в файл меню сайта.</a:t>
            </a:r>
            <a:endParaRPr lang="en-US" sz="1700" dirty="0"/>
          </a:p>
        </p:txBody>
      </p:sp>
      <p:pic>
        <p:nvPicPr>
          <p:cNvPr id="6" name="Image 0" descr="/home/claude/pptx_project/images_s3/Screensho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30275"/>
            <a:ext cx="10908792" cy="28719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Добавленный пункт меню в menus.en.toml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пересобираю сайт и публикую изменения в репозитории.</a:t>
            </a:r>
            <a:endParaRPr lang="en-US" sz="1700" dirty="0"/>
          </a:p>
        </p:txBody>
      </p:sp>
      <p:pic>
        <p:nvPicPr>
          <p:cNvPr id="6" name="Image 0" descr="/home/claude/pptx_project/images_s3/Screensho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660" y="2514600"/>
            <a:ext cx="7879633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Успешная сборка и коммит изменений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«Достижения» опубликована и доступна на сайте.</a:t>
            </a:r>
            <a:endParaRPr lang="en-US" sz="1700" dirty="0"/>
          </a:p>
        </p:txBody>
      </p:sp>
      <p:pic>
        <p:nvPicPr>
          <p:cNvPr id="6" name="Image 0" descr="/home/claude/pptx_project/images_s3/Screenshot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1299" y="2514600"/>
            <a:ext cx="3826354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страница «Achievements»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с итогами прошедшей недели также опубликована на сайте.</a:t>
            </a:r>
            <a:endParaRPr lang="en-US" sz="1700" dirty="0"/>
          </a:p>
        </p:txBody>
      </p:sp>
      <p:pic>
        <p:nvPicPr>
          <p:cNvPr id="6" name="Image 0" descr="/home/claude/pptx_project/images_s3/Screenshot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7343" y="2514600"/>
            <a:ext cx="3834266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запись «Итоги недели»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на тему языков разметки и LaTeX опубликована на сайте.</a:t>
            </a:r>
            <a:endParaRPr lang="en-US" sz="1700" dirty="0"/>
          </a:p>
        </p:txBody>
      </p:sp>
      <p:pic>
        <p:nvPicPr>
          <p:cNvPr id="6" name="Image 0" descr="/home/claude/pptx_project/images_s3/Screensho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9818" y="2514600"/>
            <a:ext cx="4029316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8: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запись «Языки разметки и LaTeX»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этой работе сайт был дополнен разделом «Достижения», содержащим информацию о навыках, опыте и личных достижениях, а также двумя новыми записями блога — с итогами прошедшей недели и на тему языков разметки и LaTeX.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2026-08-13T11:59:43Z</dcterms:created>
  <dcterms:modified xsi:type="dcterms:W3CDTF">2026-08-13T11:59:43Z</dcterms:modified>
</cp:coreProperties>
</file>