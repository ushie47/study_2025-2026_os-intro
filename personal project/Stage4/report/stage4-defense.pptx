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8288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E3B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Индивидуальный проект №1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822960" y="24231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2E3B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Операционные системы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822960" y="3246120"/>
            <a:ext cx="10515600" cy="0"/>
          </a:xfrm>
          <a:prstGeom prst="line">
            <a:avLst/>
          </a:prstGeom>
          <a:noFill/>
          <a:ln w="19050">
            <a:solidFill>
              <a:srgbClr val="C97A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352044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David Michael Francis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393192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Этап 4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22960" y="434340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Российский университет дружбы народов, Москва, Россия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E3B4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C97A2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0"/>
            <a:ext cx="10515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Докладчик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60120" y="192024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David Michael Francis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487168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60120" y="2487168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Студент направления «Математика и компьютерные науки»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3054096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60120" y="3054096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Российский университет дружбы народов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0080" y="3621024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60120" y="3621024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https://ushie47.github.io/blog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E3B4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C97A2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0"/>
            <a:ext cx="10515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Цель работы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283464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Целью работы является добавление на сайт ссылок на научные и библиометрические ресурсы и продолжение публикации записей блога.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E3B4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C97A2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0"/>
            <a:ext cx="10515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Задание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43000" y="1737360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Добавить ссылки на научные и библиометрические ресурсы на сайт.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42316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43000" y="2423160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Сделать запись за прошедшую неделю.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310896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43000" y="3108960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Добавить запись на выбранную тему (Работа с библиографией).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E3B4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C97A2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0"/>
            <a:ext cx="10515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Выполнение проекта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создаю новую страницу содержимого для ссылок на научные ресурсы.</a:t>
            </a:r>
            <a:endParaRPr lang="en-US" sz="1700" dirty="0"/>
          </a:p>
        </p:txBody>
      </p:sp>
      <p:pic>
        <p:nvPicPr>
          <p:cNvPr id="6" name="Image 0" descr="/home/claude/pptx_project/images_s4/Screenshot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4119812"/>
            <a:ext cx="10908792" cy="49289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6327648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3B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Рис. 1: </a:t>
            </a:r>
            <a:pPr algn="ctr"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Создание страницы resources.md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E3B4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C97A2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0"/>
            <a:ext cx="10515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Выполнение проекта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Страница заполняется реальными ссылками на профили: eLibrary, Google Scholar, ORCID, Mendeley, Academia.edu, arXiv и GitHub.</a:t>
            </a:r>
            <a:endParaRPr lang="en-US" sz="1700" dirty="0"/>
          </a:p>
        </p:txBody>
      </p:sp>
      <p:pic>
        <p:nvPicPr>
          <p:cNvPr id="6" name="Image 0" descr="/home/claude/pptx_project/images_s4/Screenshot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790922"/>
            <a:ext cx="10908792" cy="31506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6327648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3B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Рис. 2: </a:t>
            </a:r>
            <a:pPr algn="ctr"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Содержимое файла resources.md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E3B4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C97A2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0"/>
            <a:ext cx="10515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Выполнение проекта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добавляю пункт «Resources» в файл меню сайта.</a:t>
            </a:r>
            <a:endParaRPr lang="en-US" sz="1700" dirty="0"/>
          </a:p>
        </p:txBody>
      </p:sp>
      <p:pic>
        <p:nvPicPr>
          <p:cNvPr id="6" name="Image 0" descr="/home/claude/pptx_project/images_s4/Screenshot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722764"/>
            <a:ext cx="10908792" cy="128699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6327648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3B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Рис. 3: </a:t>
            </a:r>
            <a:pPr algn="ctr"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Добавленный пункт меню в menus.en.toml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E3B4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C97A2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0"/>
            <a:ext cx="10515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Выполнение проекта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пересобираю сайт и публикую изменения в репозитории.</a:t>
            </a:r>
            <a:endParaRPr lang="en-US" sz="1700" dirty="0"/>
          </a:p>
        </p:txBody>
      </p:sp>
      <p:pic>
        <p:nvPicPr>
          <p:cNvPr id="6" name="Image 0" descr="/home/claude/pptx_project/images_s4/Screenshot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758988"/>
            <a:ext cx="10908792" cy="321454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6327648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3B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Рис. 4: </a:t>
            </a:r>
            <a:pPr algn="ctr"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Успешная сборка сайта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E3B4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C97A2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0"/>
            <a:ext cx="10515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Выполнение проекта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Страница «Resources» опубликована и доступна на сайте со всеми ссылками.</a:t>
            </a:r>
            <a:endParaRPr lang="en-US" sz="1700" dirty="0"/>
          </a:p>
        </p:txBody>
      </p:sp>
      <p:pic>
        <p:nvPicPr>
          <p:cNvPr id="6" name="Image 0" descr="/home/claude/pptx_project/images_s4/Screenshot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25274" y="2514600"/>
            <a:ext cx="6938404" cy="3703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6327648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3B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Рис. 5: </a:t>
            </a:r>
            <a:pPr algn="ctr"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Опубликованная страница «Resources»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E3B4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C97A2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0"/>
            <a:ext cx="10515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Выполнение проекта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Запись с итогами прошедшей недели также опубликована на сайте.</a:t>
            </a:r>
            <a:endParaRPr lang="en-US" sz="1700" dirty="0"/>
          </a:p>
        </p:txBody>
      </p:sp>
      <p:pic>
        <p:nvPicPr>
          <p:cNvPr id="6" name="Image 0" descr="/home/claude/pptx_project/images_s4/Screenshot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72942" y="2514600"/>
            <a:ext cx="6643069" cy="3703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6327648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3B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Рис. 6: </a:t>
            </a:r>
            <a:pPr algn="ctr"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Опубликованная запись «Итоги недели»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E3B4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C97A2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0"/>
            <a:ext cx="10515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Выполнение проекта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Запись на тему работы с библиографией опубликована на сайте.</a:t>
            </a:r>
            <a:endParaRPr lang="en-US" sz="1700" dirty="0"/>
          </a:p>
        </p:txBody>
      </p:sp>
      <p:pic>
        <p:nvPicPr>
          <p:cNvPr id="6" name="Image 0" descr="/home/claude/pptx_project/images_s4/Screenshot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38086" y="2514600"/>
            <a:ext cx="6712781" cy="3703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6327648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3B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Рис. 7: </a:t>
            </a:r>
            <a:pPr algn="ctr"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Опубликованная запись «Работа с библиографией»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E3B4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C97A2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0"/>
            <a:ext cx="10515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Выводы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283464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этой работе сайт был дополнен разделом «Resources» со ссылками на профили на научных и библиометрических платформах, а также двумя новыми записями блога — с итогами прошедшей недели и на тему работы с библиографией.</a:t>
            </a: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2026-08-13T12:01:58Z</dcterms:created>
  <dcterms:modified xsi:type="dcterms:W3CDTF">2026-08-13T12:01:58Z</dcterms:modified>
</cp:coreProperties>
</file>