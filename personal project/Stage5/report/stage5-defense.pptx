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Индивидуальный проект №1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системы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9050">
            <a:solidFill>
              <a:srgbClr val="C97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20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народов, Москва, Россия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Докладчик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направления «Математика и компьютерные науки»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6210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https://ushie47.github.io/blog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Целью работы является добавление на сайт остальных элементов — заметок о личных проектах — и продолжение публикации записей блога.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все остальные элементы на сайт (заметки о личных проектах).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4231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запись за прошедшую неделю.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108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запись на выбранную тему (Научные языки программирования).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заполняю страницу projects.md заметками о личных проектах.</a:t>
            </a:r>
            <a:endParaRPr lang="en-US" sz="1700" dirty="0"/>
          </a:p>
        </p:txBody>
      </p:sp>
      <p:pic>
        <p:nvPicPr>
          <p:cNvPr id="6" name="Image 0" descr="/home/claude/pptx_project/images_s5/Screen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131" y="2514600"/>
            <a:ext cx="741669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Содержимое файла projects.md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добавляю пункт «Projects» в файл меню сайта.</a:t>
            </a:r>
            <a:endParaRPr lang="en-US" sz="1700" dirty="0"/>
          </a:p>
        </p:txBody>
      </p:sp>
      <p:pic>
        <p:nvPicPr>
          <p:cNvPr id="6" name="Image 0" descr="/home/claude/pptx_project/images_s5/Screensh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15253"/>
            <a:ext cx="10908792" cy="15020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Добавленный пункт меню в menus.en.toml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пересобираю сайт и публикую изменения в репозитории.</a:t>
            </a:r>
            <a:endParaRPr lang="en-US" sz="1700" dirty="0"/>
          </a:p>
        </p:txBody>
      </p:sp>
      <p:pic>
        <p:nvPicPr>
          <p:cNvPr id="6" name="Image 0" descr="/home/claude/pptx_project/images_s5/Screensho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85142"/>
            <a:ext cx="10908792" cy="27622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Успешная сборка сайта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«Projects» опубликована и доступна на сайте.</a:t>
            </a:r>
            <a:endParaRPr lang="en-US" sz="1700" dirty="0"/>
          </a:p>
        </p:txBody>
      </p:sp>
      <p:pic>
        <p:nvPicPr>
          <p:cNvPr id="6" name="Image 0" descr="/home/claude/pptx_project/images_s5/Screensho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184" y="2514600"/>
            <a:ext cx="7340583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страница «Projects»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с итогами прошедшей недели также опубликована на сайте.</a:t>
            </a:r>
            <a:endParaRPr lang="en-US" sz="1700" dirty="0"/>
          </a:p>
        </p:txBody>
      </p:sp>
      <p:pic>
        <p:nvPicPr>
          <p:cNvPr id="6" name="Image 0" descr="/home/claude/pptx_project/images_s5/Screensho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9886" y="2514600"/>
            <a:ext cx="5249179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запись «Итоги недели»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на тему научных языков программирования опубликована на сайте.</a:t>
            </a:r>
            <a:endParaRPr lang="en-US" sz="1700" dirty="0"/>
          </a:p>
        </p:txBody>
      </p:sp>
      <p:pic>
        <p:nvPicPr>
          <p:cNvPr id="6" name="Image 0" descr="/home/claude/pptx_project/images_s5/Screenshot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0928" y="2514600"/>
            <a:ext cx="5387096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запись «Языки программирования для научных вычислений»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записи блога теперь доступны на отдельной странице, добавленной в меню сайта.</a:t>
            </a:r>
            <a:endParaRPr lang="en-US" sz="1700" dirty="0"/>
          </a:p>
        </p:txBody>
      </p:sp>
      <p:pic>
        <p:nvPicPr>
          <p:cNvPr id="6" name="Image 0" descr="/home/claude/pptx_project/images_s5/Screenshot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5810" y="2514600"/>
            <a:ext cx="595733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список записей блога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этой работе сайт был дополнен разделом с заметками о личных проектах, а также двумя новыми записями блога — с итогами прошедшей недели и на тему научных языков программирования. Также был добавлен пункт меню, ведущий на полный список записей блога.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2026-08-21T11:20:17Z</dcterms:created>
  <dcterms:modified xsi:type="dcterms:W3CDTF">2026-08-21T11:20:17Z</dcterms:modified>
</cp:coreProperties>
</file>