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Индивидуальный проект №1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Операционные системы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19050">
            <a:solidFill>
              <a:srgbClr val="C97A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52044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6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народов, Москва, Россия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Докладчик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David Michael Francis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48716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4871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Студент направления «Математика и компьютерные науки»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30540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0120" y="30540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Российский университет дружбы народов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62102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6210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https://ushie47.github.io/blog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работы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Целью работы является добавление на сайт поддержки русского и английского языков, а также публикация новых постов на обоих языках.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Задание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поддержку английского и русского языков.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258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Разместить элементы сайта на обоих языках.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25496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Разместить контент на обоих языках.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392424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Сделать пост по прошедшей неделе.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0080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3959352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Добавить пост на тему по выбору (на двух языках).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создаю файл языковой конфигурации для русского языка и перевожу данные автора.</a:t>
            </a:r>
            <a:endParaRPr lang="en-US" sz="1700" dirty="0"/>
          </a:p>
        </p:txBody>
      </p:sp>
      <p:pic>
        <p:nvPicPr>
          <p:cNvPr id="6" name="Image 0" descr="/home/claude/pptx_project/images_s6/Screensho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0110" y="2514600"/>
            <a:ext cx="8668731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Файл languages.ru.toml с данными автора на русском языке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основном конфигурационном файле явно задаются параметры многоязычности.</a:t>
            </a:r>
            <a:endParaRPr lang="en-US" sz="1700" dirty="0"/>
          </a:p>
        </p:txBody>
      </p:sp>
      <p:pic>
        <p:nvPicPr>
          <p:cNvPr id="6" name="Image 0" descr="/home/claude/pptx_project/images_s6/Screenshot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43057"/>
            <a:ext cx="10908792" cy="10464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2: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Параметры многоязычности в hugo.toml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После пересборки на сайте появляется переключатель языков с русским в списке.</a:t>
            </a:r>
            <a:endParaRPr lang="en-US" sz="1700" dirty="0"/>
          </a:p>
        </p:txBody>
      </p:sp>
      <p:pic>
        <p:nvPicPr>
          <p:cNvPr id="6" name="Image 0" descr="/home/claude/pptx_project/images_s6/Screenshot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917054"/>
            <a:ext cx="10908792" cy="28984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3: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Переключатель языков на сайте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перевожу пункты главного меню в отдельном файле для русского языка.</a:t>
            </a:r>
            <a:endParaRPr lang="en-US" sz="1700" dirty="0"/>
          </a:p>
        </p:txBody>
      </p:sp>
      <p:pic>
        <p:nvPicPr>
          <p:cNvPr id="6" name="Image 0" descr="/home/claude/pptx_project/images_s6/Screensho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453" y="2514600"/>
            <a:ext cx="6284045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4: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Переведённые пункты меню в menus.ru.toml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Главное меню сайта теперь отображается на русском языке.</a:t>
            </a:r>
            <a:endParaRPr lang="en-US" sz="1700" dirty="0"/>
          </a:p>
        </p:txBody>
      </p:sp>
      <p:pic>
        <p:nvPicPr>
          <p:cNvPr id="6" name="Image 0" descr="/home/claude/pptx_project/images_s6/Screenshot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646091"/>
            <a:ext cx="10908792" cy="14403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5: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Меню сайта на русском языке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«Проекты» отображается на русском языке при переключении.</a:t>
            </a:r>
            <a:endParaRPr lang="en-US" sz="1700" dirty="0"/>
          </a:p>
        </p:txBody>
      </p:sp>
      <p:pic>
        <p:nvPicPr>
          <p:cNvPr id="6" name="Image 0" descr="/home/claude/pptx_project/images_s6/Screenshot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3354" y="2514600"/>
            <a:ext cx="3882244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6: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Страница «Проекты» на русском языке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Существующие записи блога переименовываются с суффиксом .ru.md, чтобы Hugo корректно относил их к русской версии сайта.</a:t>
            </a:r>
            <a:endParaRPr lang="en-US" sz="1700" dirty="0"/>
          </a:p>
        </p:txBody>
      </p:sp>
      <p:pic>
        <p:nvPicPr>
          <p:cNvPr id="6" name="Image 0" descr="/home/claude/pptx_project/images_s6/Screenshot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852762"/>
            <a:ext cx="10908792" cy="10269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7: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Список файлов записей блога после переименования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с итогами прошедшей недели публикуется на английском языке.</a:t>
            </a:r>
            <a:endParaRPr lang="en-US" sz="1700" dirty="0"/>
          </a:p>
        </p:txBody>
      </p:sp>
      <p:pic>
        <p:nvPicPr>
          <p:cNvPr id="6" name="Image 0" descr="/home/claude/pptx_project/images_s6/Screenshot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6521" y="2514600"/>
            <a:ext cx="10135910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8: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«This Week» на английском языке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же запись публикуется на русском языке.</a:t>
            </a:r>
            <a:endParaRPr lang="en-US" sz="1700" dirty="0"/>
          </a:p>
        </p:txBody>
      </p:sp>
      <p:pic>
        <p:nvPicPr>
          <p:cNvPr id="6" name="Image 0" descr="/home/claude/pptx_project/images_s6/Screenshot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33968"/>
            <a:ext cx="10908792" cy="30645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9: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«Итоги недели» на русском языке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на тему CI/CD с GitHub Actions публикуется на английском языке.</a:t>
            </a:r>
            <a:endParaRPr lang="en-US" sz="1700" dirty="0"/>
          </a:p>
        </p:txBody>
      </p:sp>
      <p:pic>
        <p:nvPicPr>
          <p:cNvPr id="6" name="Image 0" descr="/home/claude/pptx_project/images_s6/Screenshot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4763" y="2514600"/>
            <a:ext cx="5899426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10: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«CI/CD with GitHub Actions» на английском языке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Выполнение проекта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же запись публикуется на русском языке.</a:t>
            </a:r>
            <a:endParaRPr lang="en-US" sz="1700" dirty="0"/>
          </a:p>
        </p:txBody>
      </p:sp>
      <p:pic>
        <p:nvPicPr>
          <p:cNvPr id="6" name="Image 0" descr="/home/claude/pptx_project/images_s6/Screenshot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85027" y="2514600"/>
            <a:ext cx="5218898" cy="3703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27648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3B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Рис. 11: </a:t>
            </a:r>
            <a:pPr algn="ctr"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Запись «CI/CD с GitHub Actions» на русском языке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E3B4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88952" cy="54864"/>
          </a:xfrm>
          <a:prstGeom prst="rect">
            <a:avLst/>
          </a:prstGeom>
          <a:solidFill>
            <a:srgbClr val="C97A2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этой работе сайт стал полностью двуязычным: были настроены отдельные языковые конфигурации, переведены пункты меню и страницы содержимого, а также опубликована новая запись на двух языках, посвящённая CI/CD с GitHub Actions.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2026-08-21T11:23:17Z</dcterms:created>
  <dcterms:modified xsi:type="dcterms:W3CDTF">2026-08-21T11:23:17Z</dcterms:modified>
</cp:coreProperties>
</file>